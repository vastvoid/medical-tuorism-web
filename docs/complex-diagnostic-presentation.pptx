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6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506" y="66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3BBCE9-9839-4BD9-B296-7B5B923E44A1}" type="datetime1">
              <a:rPr lang="ko-KR" altLang="en-US"/>
              <a:pPr lvl="0">
                <a:defRPr/>
              </a:pPr>
              <a:t>2026-02-08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DCF9602-9657-42EB-B5F7-910B4F17006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13" Type="http://schemas.openxmlformats.org/officeDocument/2006/relationships/image" Target="../media/image1.jpe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r="81000" b="9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D2576-454A-4594-9652-BBE567F9A340}" type="datetimeFigureOut">
              <a:rPr lang="ko-KR" altLang="en-US" smtClean="0"/>
              <a:pPr/>
              <a:t>2019-02-27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5120F-8BFE-4432-92AD-4101A467E02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jpeg"  /><Relationship Id="rId3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jpeg"  /><Relationship Id="rId3" Type="http://schemas.openxmlformats.org/officeDocument/2006/relationships/image" Target="../media/image3.png"  /><Relationship Id="rId4" Type="http://schemas.openxmlformats.org/officeDocument/2006/relationships/image" Target="../media/image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jpeg"  /><Relationship Id="rId3" Type="http://schemas.openxmlformats.org/officeDocument/2006/relationships/image" Target="../media/image3.png"  /><Relationship Id="rId4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jpeg"  /><Relationship Id="rId3" Type="http://schemas.openxmlformats.org/officeDocument/2006/relationships/image" Target="../media/image3.png"  /><Relationship Id="rId4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jpeg"  /><Relationship Id="rId3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jpeg"  /><Relationship Id="rId3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jpeg"  /><Relationship Id="rId3" Type="http://schemas.openxmlformats.org/officeDocument/2006/relationships/image" Target="../media/image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jpeg"  /><Relationship Id="rId3" Type="http://schemas.openxmlformats.org/officeDocument/2006/relationships/image" Target="../media/image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jpeg"  /><Relationship Id="rId3" Type="http://schemas.openxmlformats.org/officeDocument/2006/relationships/image" Target="../media/image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jpeg"  /><Relationship Id="rId3" Type="http://schemas.openxmlformats.org/officeDocument/2006/relationships/image" Target="../media/image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jpeg"  /><Relationship Id="rId3" Type="http://schemas.openxmlformats.org/officeDocument/2006/relationships/image" Target="../media/image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jpeg"  /><Relationship Id="rId3" Type="http://schemas.openxmlformats.org/officeDocument/2006/relationships/image" Target="../media/image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jpeg"  /><Relationship Id="rId3" Type="http://schemas.openxmlformats.org/officeDocument/2006/relationships/image" Target="../media/image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jpeg"  /><Relationship Id="rId3" Type="http://schemas.openxmlformats.org/officeDocument/2006/relationships/image" Target="../media/image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jpeg"  /><Relationship Id="rId3" Type="http://schemas.openxmlformats.org/officeDocument/2006/relationships/image" Target="../media/image3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jpeg"  /><Relationship Id="rId3" Type="http://schemas.openxmlformats.org/officeDocument/2006/relationships/image" Target="../media/image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jpeg"  /><Relationship Id="rId3" Type="http://schemas.openxmlformats.org/officeDocument/2006/relationships/image" Target="../media/image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78724" y="0"/>
            <a:ext cx="5386551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68620" y="0"/>
            <a:ext cx="5406759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545590" y="0"/>
            <a:ext cx="8347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87859" y="0"/>
            <a:ext cx="5368280" cy="685800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72982" y="0"/>
            <a:ext cx="8347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87892" y="0"/>
            <a:ext cx="5368215" cy="6858000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47664" y="0"/>
            <a:ext cx="6585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80941" y="0"/>
            <a:ext cx="5382116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15616" y="0"/>
            <a:ext cx="8347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05985" y="0"/>
            <a:ext cx="5332028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90743" y="0"/>
            <a:ext cx="5362514" cy="685800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00570" y="0"/>
            <a:ext cx="5342860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05000" y="0"/>
            <a:ext cx="5333999" cy="685800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12865" y="0"/>
            <a:ext cx="5318269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85727" y="0"/>
            <a:ext cx="5372545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90175" y="0"/>
            <a:ext cx="5363650" cy="685800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00570" y="0"/>
            <a:ext cx="5342860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67499" y="0"/>
            <a:ext cx="5409000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88434" y="0"/>
            <a:ext cx="5367131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907704" cy="1164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33372" y="0"/>
            <a:ext cx="5477256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835696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79370" y="0"/>
            <a:ext cx="5385259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63688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10422" y="0"/>
            <a:ext cx="5323156" cy="6858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-27384"/>
            <a:ext cx="1835696" cy="104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3111</ep:Words>
  <ep:PresentationFormat>화면 슬라이드 쇼(4:3)</ep:PresentationFormat>
  <ep:Paragraphs>640</ep:Paragraphs>
  <ep:Slides>18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2017-06-13T05:05:07.000</dcterms:created>
  <dc:creator>한혜련</dc:creator>
  <cp:lastModifiedBy>USER</cp:lastModifiedBy>
  <dcterms:modified xsi:type="dcterms:W3CDTF">2026-02-08T06:05:43.809</dcterms:modified>
  <cp:revision>728</cp:revision>
  <dc:title>슬라이드 1</dc:title>
  <cp:version>1000.0000.01</cp:version>
</cp:coreProperties>
</file>